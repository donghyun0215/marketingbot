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인사 후 바로 문제로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읽고 병목 재정의 문장으로 넘어갑니다. 이 문장이 발표 전체의 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35초. 파란 칸 두 개가 사람이 판단하는 지점이라고 짚고, 되먹임 네 개는 이름만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버튼이 빨라서가 아니라 읽을 양이 줄어서 빨라졌다는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영상 재생 2분. 재생 전 '지금 보시는 숫자는 전부 제공받은 실데이터입니다' 한마디만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두 글을 소리 내어 비교하지 말고, 왼쪽 첫 문장과 오른쪽 첫 문장만 읽습니다. 아래 네 칸이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35초. 왼쪽은 훑고, 오른쪽 상단 관문만 또박또박 말합니다. 폐기 사례는 시간이 없으면 생략하고 질문 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마지막 문단을 스스로 말하는 것이 중요합니다. 질문으로 나오기 전에 먼저 꺼냅니다.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20초. 하지 않은 것을 먼저 말하고 도입 조건으로 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2148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ZERO100 한인 AI BUILDERTHON · 문제 02 오토메이션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4203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Pulse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콘텐츠 여덟 단계를 시스템이 돌리고, 사람은 두 번만 판단합니다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77240" y="4224528"/>
            <a:ext cx="1005840" cy="32004"/>
          </a:xfrm>
          <a:prstGeom prst="rect">
            <a:avLst/>
          </a:prstGeom>
          <a:solidFill>
            <a:srgbClr val="1A61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코드프레소 마케팅 콘텐츠 운영 · 실데이터 6개월 기반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정의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리드가 목표인데, 리드의 출처를 모릅니다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32918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1488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4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10건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852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유입 콘텐츠를 알 수 없는 진성 문의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34840" y="1874520"/>
            <a:ext cx="32918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27448" y="21488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1~4</a:t>
            </a:r>
            <a:pPr indent="0" marL="0">
              <a:buNone/>
            </a:pPr>
            <a:r>
              <a:rPr lang="en-US" sz="16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일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4727448" y="2852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경영진 컨펌 소요 · 발행 타이밍 상실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2440" y="1874520"/>
            <a:ext cx="32918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85048" y="21488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시간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8385048" y="2852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매주 성과 취합, 취합 후 폐기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794760"/>
            <a:ext cx="10607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0416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병목을 다시 정의했습니다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40740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컨펌이 나흘 걸리는 이유는 결재가 느려서가 아니라 매번 글 전체를 읽어야 하기 때문이고,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성과가 쌓이지 않는 이유는 데이터가 없어서가 아니라 되돌아오는 경로가 없기 때문입니다.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4864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 · 코드프레소 제공 6개월 실데이터(2026.02~08) 및 출제 브리프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사람은 두 번만 판단합니다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435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나머지 구간은 손이 가지 않습니다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실데이터 이상치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774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추천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근거 포함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9776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1A61EA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42232" y="215798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42232" y="235915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채택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142232" y="265176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424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57424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문체·규칙·근거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780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426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426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지점 표시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7782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1A61EA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42832" y="215798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42832" y="235915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8942832" y="265176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3784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430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발행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105430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추적 링크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개의 되먹임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77240" y="3931920"/>
            <a:ext cx="51206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33272" y="40416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반려 사유 → 다음 생성 규칙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33272" y="42976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요약하지 않고 원문 그대로 남깁니다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72200" y="3931920"/>
            <a:ext cx="51206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28232" y="40416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승인한 글 → 문체 코퍼스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42976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쓸수록 목소리가 정확해집니다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77240" y="4773168"/>
            <a:ext cx="51206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33272" y="488289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추적 링크 → 문의 귀속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033272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글이 문의를 만들었는지 남습니다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172200" y="4773168"/>
            <a:ext cx="51206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28232" y="488289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→ 성과 추적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428232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제안이 실제로 통했는지 확인합니다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 게이트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컨펌을 없애지 않고, 읽을 양을 줄였습니다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5029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212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52374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</a:t>
            </a:r>
            <a:pPr indent="0" marL="0">
              <a:buNone/>
            </a:pPr>
            <a:r>
              <a:rPr lang="en-US" sz="15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 전부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461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사고가 나는 항목이 어디에 있는지 알 수 없으니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처음부터 끝까지 읽어야 했습니다.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965960"/>
            <a:ext cx="5029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2212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52374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5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곳만 확인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2461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고객사명·가격·계약조건·출처 없는 수치를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표시해 그 지점만 보면 됩니다.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452628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709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고객사명은 차단하지 않고 확인 대상으로만 올립니다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50292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 콘텐츠에는 고객사명이 정당하게 등장합니다. 써도 되는지는 사람이 판단할 문제입니다. — 실제 발행글 46편 검증에서 잘못된 차단 0건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데모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017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추천에서 문의 귀속까지, 한 바퀴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749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데이터, 실제 발송, 실제 귀속 — 2분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비교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모델에 같은 주제를 넣었습니다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435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gemini-3.6-flash · 주제: "인재 채용 전략"을 찾는 실무자를 위한 실행 가이드 · 바뀐 것은 문체·학습된 규칙·실데이터 근거뿐입니다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04825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프롬프트</a:t>
            </a:r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주제만 전달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인재 채용 전략을 찾는 실무자를 위한 실행 가이드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인재 확보는 기업 성장의 핵심이지만, “좋은 사람을 어떻게 찾고, 어떻게 유지할까?” 라는 질문에 대한 답은 늘 복잡합니다. 이번 포스트에서는 **실무자가 바로 적용할 수 있는 구체적인 채용 전략**을 단계별로 정리했습니다.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1️⃣ 채용 목표와 KPI 정의하기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단계 | 핵심 질문 | 구체적인 산출물 |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1-1 | 우리 조직이 채용해야 할 인재는 누구인가? | 포지션 정의서 |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Tip: KPI는 SMART 원칙에 맞춰 설정하면 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04825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Engine</a:t>
            </a:r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문체 · 규칙 · 근거 주입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395728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기업 A사는 검증되지 않은 이력서만 보고 개발자를 채용했다가 조기 퇴사 문제를 겪었습니다. 실무에 필요한 실제 기술 역량을 입사 전에 파악하기 어려웠기 때문입니다.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포털에서 인재 채용 전략 관련 검색 노출 221회가 발생했으나 평균순위 20.6위로 실질적인 해결책을 찾지 못한 채용 담당자가 많습니다.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서류 검증을 넘어선 실제 역량 중심의 평가 설계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코드프레소의 SkillCertify는 지원자가 실제 개발 환경에서 코드를 작성하고 문제를 해결하는 과정을 다각도로 평가합니다. 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5285232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78408" y="5394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도입부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78408" y="5650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일반론과 목차</a:t>
            </a:r>
            <a:pPr indent="0" marL="0">
              <a:buNone/>
            </a:pPr>
            <a:r>
              <a:rPr lang="en-US" sz="1100" dirty="0">
                <a:solidFill>
                  <a:srgbClr val="C3C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 사례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5285232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75888" y="5394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75888" y="5650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</a:t>
            </a:r>
            <a:pPr indent="0" marL="0">
              <a:buNone/>
            </a:pPr>
            <a:r>
              <a:rPr lang="en-US" sz="1100" dirty="0">
                <a:solidFill>
                  <a:srgbClr val="C3C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 노출 221회 · 20.6위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5285232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73368" y="5394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회사 이름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373368" y="5650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0회</a:t>
            </a:r>
            <a:pPr indent="0" marL="0">
              <a:buNone/>
            </a:pPr>
            <a:r>
              <a:rPr lang="en-US" sz="1100" dirty="0">
                <a:solidFill>
                  <a:srgbClr val="C3C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3회 · SkillCertify 언급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0" y="5285232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5394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분량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070848" y="5650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5,188자</a:t>
            </a:r>
            <a:pPr indent="0" marL="0">
              <a:buNone/>
            </a:pPr>
            <a:r>
              <a:rPr lang="en-US" sz="1100" dirty="0">
                <a:solidFill>
                  <a:srgbClr val="C3C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1,196자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 채택 기준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435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점수는 저희가 정한 이상적인 글이 아니라, 코드프레소가 실제 발행한 글 46편에서 역산한 기준입니다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기준값은 전부 그 46편의 실측값입니다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359152"/>
            <a:ext cx="51206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50545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문장 평균 길이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069080" y="24871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46.9자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51206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3272" y="31638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어미 전환률 중앙값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31455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3675888"/>
            <a:ext cx="51206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33272" y="3822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브랜드 언급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38039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1.09회 / 1,000자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77240" y="4334256"/>
            <a:ext cx="51206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44805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 인용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069080" y="4462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1.26회 / 1,000자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17920" y="2359152"/>
            <a:ext cx="5120640" cy="184708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2560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기준을 고칠 때마다 통과해야 하는 관문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29260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수정한 채점 기준으로 그 46편을 다시 채점해 중앙값 92점이 유지되어야 채택하고, 그러지 못하면 폐기합니다.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네 차례 폐기하거나 고쳤습니다. 저희 결과에 유리하도록 맞춘 지표가 아니라, 고객사의 글로 검증한 지표라는 뜻입니다.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370832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453542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폐기한 지표의 예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4846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“자사 글은 굵은 글씨를 쓰지 않는다”는 신호로 30점 차이를 만들었지만, 원본을 다시 확인하니 실제로는 1,000자당 9.73회 사용하고 있었습니다. 저희 수집 과정이 만든 착시였고, 그 신호는 폐기했습니다.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결과를 믿을 수 있는 근거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057400"/>
            <a:ext cx="310896" cy="310896"/>
          </a:xfrm>
          <a:prstGeom prst="ellipse">
            <a:avLst/>
          </a:prstGeom>
          <a:solidFill>
            <a:srgbClr val="E7EE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0939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90472" y="20391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 게이트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490472" y="235000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사람의 결정 없이는 발행되지 않습니다. 반려에는 사유 입력이 필수입니다.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2057400"/>
            <a:ext cx="310896" cy="310896"/>
          </a:xfrm>
          <a:prstGeom prst="ellipse">
            <a:avLst/>
          </a:prstGeom>
          <a:solidFill>
            <a:srgbClr val="E7EE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0939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85432" y="20391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판단 로그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885432" y="235000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결정이 누가·언제·왜와 함께 남고, 사람의 결정과 시스템의 실행이 구분됩니다.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4612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3520440"/>
            <a:ext cx="310896" cy="310896"/>
          </a:xfrm>
          <a:prstGeom prst="ellipse">
            <a:avLst/>
          </a:prstGeom>
          <a:solidFill>
            <a:srgbClr val="E7EE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355701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90472" y="35021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추적성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490472" y="38130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→ 콘텐츠 → 발행 → 문의가 하나의 식별자로 이어집니다.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24612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46520" y="3520440"/>
            <a:ext cx="310896" cy="310896"/>
          </a:xfrm>
          <a:prstGeom prst="ellipse">
            <a:avLst/>
          </a:prstGeom>
          <a:solidFill>
            <a:srgbClr val="E7EE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355701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85432" y="35021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오류 대응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885432" y="38130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텔레그램 장애 시 대시보드로 처리하고, 생성 실패 시 주제를 되돌리며, 실패도 로그에 남깁니다.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9204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43000" y="510235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정직하게 덧붙이면 — 생성물은 아직 블라인드 테스트를 통과하지 못합니다. 지적된 결함(문장마다 흔들리는 어미)을 지표로 만들어 전환률을 78.9%에서 0%로 낮췄습니다. 그래서 승인 게이트가 설계의 중심에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Functionalities &amp; Limitations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011680"/>
            <a:ext cx="106070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2231136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E8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" y="22860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8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구현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2677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 · 기획 · 원고 · 성과 취합 · 데이터 축적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2971800"/>
            <a:ext cx="106070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3191256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DF3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69848" y="32461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25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부분 구현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322783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편집(이미지 제외) · 업로드(외부 채널은 큐까지)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3931920"/>
            <a:ext cx="106070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4151376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0F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9848" y="4206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설계만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418795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확산 — 채널별 포맷 변환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77240" y="5029200"/>
            <a:ext cx="10607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193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내일부터 쓰려면 필요한 것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550468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문의 폼에 유입 경로 파라미터 한 줄 · 승인자 계정 등록 · 링크드인 토큰 연결 — 스키마와 되먹임 구조는 그대로 갑니다.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26517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520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여덟 단계를 자동화한 것이 아니라, 판단이 쌓이는 회로를 만들었습니다.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4206240"/>
            <a:ext cx="1005840" cy="32004"/>
          </a:xfrm>
          <a:prstGeom prst="rect">
            <a:avLst/>
          </a:prstGeom>
          <a:solidFill>
            <a:srgbClr val="1A61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4074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marketingbot.vercel.app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Marketing Pulse — 코드프레소 콘텐츠 운영</dc:title>
  <dc:subject>PptxGenJS Presentation</dc:subject>
  <dc:creator>Marketing Pulse</dc:creator>
  <cp:lastModifiedBy>Marketing Pulse</cp:lastModifiedBy>
  <cp:revision>1</cp:revision>
  <dcterms:created xsi:type="dcterms:W3CDTF">2026-08-29T01:58:04Z</dcterms:created>
  <dcterms:modified xsi:type="dcterms:W3CDTF">2026-08-29T01:58:04Z</dcterms:modified>
</cp:coreProperties>
</file>
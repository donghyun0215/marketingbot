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일반 프롬프트</c:v>
                </c:pt>
              </c:strCache>
            </c:strRef>
          </c:tx>
          <c:spPr>
            <a:solidFill>
              <a:srgbClr val="B9C2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2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어휘 재현</c:v>
                  </c:pt>
                  <c:pt idx="1">
                    <c:v>문장 리듬</c:v>
                  </c:pt>
                  <c:pt idx="2">
                    <c:v>용어 표기</c:v>
                  </c:pt>
                  <c:pt idx="3">
                    <c:v>자사 근거</c:v>
                  </c:pt>
                  <c:pt idx="4">
                    <c:v>범용 표지 없음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67</c:v>
                </c:pt>
                <c:pt idx="2">
                  <c:v>80</c:v>
                </c:pt>
                <c:pt idx="3">
                  <c:v>53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Voice Engine</c:v>
                </c:pt>
              </c:strCache>
            </c:strRef>
          </c:tx>
          <c:spPr>
            <a:solidFill>
              <a:srgbClr val="1A61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2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어휘 재현</c:v>
                  </c:pt>
                  <c:pt idx="1">
                    <c:v>문장 리듬</c:v>
                  </c:pt>
                  <c:pt idx="2">
                    <c:v>용어 표기</c:v>
                  </c:pt>
                  <c:pt idx="3">
                    <c:v>자사 근거</c:v>
                  </c:pt>
                  <c:pt idx="4">
                    <c:v>범용 표지 없음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100</c:v>
                </c:pt>
                <c:pt idx="3">
                  <c:v>98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2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12700" cap="flat">
              <a:solidFill>
                <a:srgbClr val="E6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E7A8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30초. 인사 후 바로 문제로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40초. 세 숫자만 읽고 병목 재정의 문장으로 넘어갑니다. 이 문장이 발표 전체의 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35초. 파란 칸 두 개가 사람이 판단하는 지점이라고 짚고, 되먹임 네 개는 이름만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30초. 버튼이 빨라서가 아니라 읽을 양이 줄어서 빨라졌다는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 재생 2분. 재생 전 '지금 보시는 숫자는 전부 제공받은 실데이터입니다' 한마디만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45초. 자사 근거 53 대 98만 짚습니다. 점수 출처 질문이 나오기 전에 오른쪽 카드로 먼저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25초. 마지막 문장을 천천히 읽고 다음 장으로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30초. 마지막 문단을 스스로 말하는 것이 중요합니다. 질문으로 나오기 전에 먼저 꺼냅니다.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20초. 하지 않은 것을 먼저 말하고 도입 조건으로 닫습니다.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ZERO100 한인 AI BUILDERTHON · 문제 02 오토메이션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54203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Pulse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여덟 단계를 시스템이 돌리고, 사람은 두 번만 판단합니다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4224528"/>
            <a:ext cx="1005840" cy="32004"/>
          </a:xfrm>
          <a:prstGeom prst="rect">
            <a:avLst/>
          </a:prstGeom>
          <a:solidFill>
            <a:srgbClr val="1A61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코드프레소 마케팅 콘텐츠 운영 · 실데이터 6개월 기반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리드가 목표인데, 리드의 출처를 모릅니다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4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6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10건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852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유입 콘텐츠를 알 수 없는 진성 문의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87452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27448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1~4</a:t>
            </a:r>
            <a:pPr indent="0" marL="0">
              <a:buNone/>
            </a:pPr>
            <a:r>
              <a:rPr lang="en-US" sz="16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일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727448" y="2852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경영진 컨펌 소요 · 발행 타이밍 상실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187452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5048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시간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385048" y="2852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성과 취합, 취합 후 폐기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79476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0416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병목을 다시 정의했습니다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4074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컨펌이 나흘 걸리는 이유는 결재가 느려서가 아니라 매번 글 전체를 읽어야 하기 때문이고,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성과가 쌓이지 않는 이유는 데이터가 없어서가 아니라 되돌아오는 경로가 없기 때문입니다.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4864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· 코드프레소 제공 6개월 실데이터(2026.02~08) 및 출제 브리프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사람은 두 번만 판단합니다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4358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구간은 손이 가지 않습니다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4813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21284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52374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실데이터 이상치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965960"/>
            <a:ext cx="14813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221284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추천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52374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포함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77640" y="1965960"/>
            <a:ext cx="1481328" cy="1207008"/>
          </a:xfrm>
          <a:prstGeom prst="roundRect">
            <a:avLst>
              <a:gd name="adj" fmla="val 6061"/>
            </a:avLst>
          </a:prstGeom>
          <a:solidFill>
            <a:srgbClr val="1A61EA"/>
          </a:solidFill>
          <a:ln w="12700">
            <a:solidFill>
              <a:srgbClr val="1A6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42232" y="215798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42232" y="23591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142232" y="265176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965960"/>
            <a:ext cx="14813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42432" y="221284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742432" y="252374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문체·규칙·근거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1965960"/>
            <a:ext cx="14813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42632" y="221284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342632" y="252374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지점 표시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0" y="1965960"/>
            <a:ext cx="1481328" cy="1207008"/>
          </a:xfrm>
          <a:prstGeom prst="roundRect">
            <a:avLst>
              <a:gd name="adj" fmla="val 6061"/>
            </a:avLst>
          </a:prstGeom>
          <a:solidFill>
            <a:srgbClr val="1A61EA"/>
          </a:solidFill>
          <a:ln w="12700">
            <a:solidFill>
              <a:srgbClr val="1A6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2832" y="215798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42832" y="23591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265176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78440" y="1965960"/>
            <a:ext cx="14813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221284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0543032" y="252374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 링크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개의 되먹임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77240" y="3931920"/>
            <a:ext cx="51206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3272" y="40416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 사유 → 다음 생성 규칙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" y="4297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요약하지 않고 원문 그대로 남깁니다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3931920"/>
            <a:ext cx="51206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28232" y="40416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승인한 글 → 문체 코퍼스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28232" y="4297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쓸수록 목소리가 정확해집니다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" y="4773168"/>
            <a:ext cx="51206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3272" y="4882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 링크 → 문의 귀속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33272" y="5138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글이 문의를 만들었는지 남습니다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72200" y="4773168"/>
            <a:ext cx="51206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28232" y="48828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→ 성과 추적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28232" y="5138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제안이 실제로 통했는지 확인합니다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게이트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컨펌을 없애지 않고, 읽을 양을 줄였습니다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237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pPr indent="0" marL="0">
              <a:buNone/>
            </a:pPr>
            <a:r>
              <a:rPr lang="en-US" sz="15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 전부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46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사고가 나는 항목이 어디에 있는지 알 수 없으니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처음부터 끝까지 읽어야 했습니다.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1A6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5237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5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곳만 확인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246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고객사명·가격·계약조건·출처 없는 수치를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표시해 그 지점만 보면 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52628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709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고객사명은 차단하지 않고 확인 대상으로만 올립니다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5029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 콘텐츠에는 고객사명이 정당하게 등장합니다. 써도 되는지는 사람이 판단할 문제입니다. — 실제 발행글 46편 검증에서 잘못된 차단 0건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추천에서 문의 귀속까지, 한 바퀴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데이터, 실제 발송, 실제 귀속 — 2분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비교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그냥 범용 LLM을 쓰지 않는가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4358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모델(gemini-3.6-flash), 같은 주제. 바뀐 것은 문체·학습된 규칙·실데이터 근거 셋뿐입니다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프롬프트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pPr indent="0" marL="0">
              <a:buNone/>
            </a:pPr>
            <a:r>
              <a:rPr lang="en-US" sz="13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 · 5,188자 · 자사 언급 0회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217920" y="20574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A6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Engine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pPr indent="0" marL="0">
              <a:buNone/>
            </a:pPr>
            <a:r>
              <a:rPr lang="en-US" sz="13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 · 1,196자 · 자사 언급 3회</a:t>
            </a:r>
            <a:endParaRPr lang="en-US" sz="3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77240" y="3611880"/>
          <a:ext cx="67665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7818120" y="361188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점수는 어디서 왔는가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1605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코드프레소가 실제 발행한 글 46편에서 역산한 기준입니다. 문장 평균 46.9자, 어미 전환률 10.4%, 브랜드 언급 1.09회/1,000자 모두 그 46편의 실측값입니다.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기준을 고칠 때마다 46편을 다시 채점해 중앙값 92점이 유지되어야 채택합니다. 네 차례 폐기·수정했고 기록이 남아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 LLM은 사람이 기억해서 써야 하는 도구입니다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2011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 LLM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040880" y="2011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Pulse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40280" y="2377440"/>
            <a:ext cx="44805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2560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회사의 실적과 사례를 모르니 일반론으로 채웁니다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2377440"/>
            <a:ext cx="44805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1A6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560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성과 데이터에서 인용합니다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40280" y="3401568"/>
            <a:ext cx="44805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35844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어제 지적받은 내용을 기억하지 못합니다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0" y="3401568"/>
            <a:ext cx="44805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1A6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35844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 사유가 규칙으로 남아 다음 생성에 적용됩니다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40280" y="4425696"/>
            <a:ext cx="44805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14600" y="46085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열어야 시작됩니다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4425696"/>
            <a:ext cx="44805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1A61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46085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보고 먼저 제안하고 사람을 부릅니다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시스템은 사람 대신 기억하는 구조입니다.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믿을 수 있는 근거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057400"/>
            <a:ext cx="310896" cy="310896"/>
          </a:xfrm>
          <a:prstGeom prst="ellipse">
            <a:avLst/>
          </a:prstGeom>
          <a:solidFill>
            <a:srgbClr val="E7EE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0939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90472" y="2039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게이트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90472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결정 없이는 발행되지 않습니다. 반려에는 사유 입력이 필수입니다.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57400"/>
            <a:ext cx="310896" cy="310896"/>
          </a:xfrm>
          <a:prstGeom prst="ellipse">
            <a:avLst/>
          </a:prstGeom>
          <a:solidFill>
            <a:srgbClr val="E7EE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0939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85432" y="2039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로그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885432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결정이 누가·언제·왜와 함께 남고, 사람의 결정과 시스템의 실행이 구분됩니다.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520440"/>
            <a:ext cx="310896" cy="310896"/>
          </a:xfrm>
          <a:prstGeom prst="ellipse">
            <a:avLst/>
          </a:prstGeom>
          <a:solidFill>
            <a:srgbClr val="E7EE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55701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90472" y="3502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추적성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90472" y="38130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→ 콘텐츠 → 발행 → 문의가 하나의 식별자로 이어집니다.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2461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520440"/>
            <a:ext cx="310896" cy="310896"/>
          </a:xfrm>
          <a:prstGeom prst="ellipse">
            <a:avLst/>
          </a:prstGeom>
          <a:solidFill>
            <a:srgbClr val="E7EE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55701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3502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대응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85432" y="38130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텔레그램 장애 시 대시보드로 처리하고, 생성 실패 시 주제를 되돌리며, 실패도 로그에 남깁니다.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89204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510235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정직하게 덧붙이면 — 생성물은 아직 블라인드 테스트를 통과하지 못합니다. 지적된 결함(문장마다 흔들리는 어미)을 지표로 만들어 전환률을 78.9%에서 0%로 낮췄습니다. 그래서 승인 게이트가 설계의 중심에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일과 하지 않은 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0607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23113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286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구현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2677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· 기획 · 원고 · 성과 취합 · 데이터 축적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10607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319125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DF3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9848" y="32461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25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구현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2278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편집(이미지 제외) · 업로드(외부 채널은 큐까지)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931920"/>
            <a:ext cx="10607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415137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0F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4206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설계만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41879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확산 — 채널별 포맷 변환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502920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A61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5193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내일부터 쓰려면 필요한 것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504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 폼에 유입 경로 파라미터 한 줄 · 승인자 계정 등록 · 링크드인 토큰 연결 — 스키마와 되먹임 구조는 그대로 갑니다.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651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여덟 단계를 자동화한 것이 아니라, 판단이 쌓이는 회로를 만들었습니다.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206240"/>
            <a:ext cx="1005840" cy="32004"/>
          </a:xfrm>
          <a:prstGeom prst="rect">
            <a:avLst/>
          </a:prstGeom>
          <a:solidFill>
            <a:srgbClr val="1A61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marketingbot.vercel.app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Pulse — 코드프레소 콘텐츠 운영</dc:title>
  <dc:subject>PptxGenJS Presentation</dc:subject>
  <dc:creator>Marketing Pulse</dc:creator>
  <cp:lastModifiedBy>Marketing Pulse</cp:lastModifiedBy>
  <cp:revision>1</cp:revision>
  <dcterms:created xsi:type="dcterms:W3CDTF">2026-08-29T01:46:02Z</dcterms:created>
  <dcterms:modified xsi:type="dcterms:W3CDTF">2026-08-29T01:46:02Z</dcterms:modified>
</cp:coreProperties>
</file>